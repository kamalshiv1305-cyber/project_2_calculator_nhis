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5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1" r:id="rId8"/>
    <p:sldId id="264" r:id="rId9"/>
    <p:sldId id="26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164A"/>
    <a:srgbClr val="1431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A9A296E-59F1-41FA-BA2F-2828D384B71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389BB-B467-4B73-B019-27CE7CA48560}" type="slidenum">
              <a:rPr lang="en-IN" smtClean="0"/>
              <a:t>‹#›</a:t>
            </a:fld>
            <a:endParaRPr lang="en-IN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87332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A296E-59F1-41FA-BA2F-2828D384B71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389BB-B467-4B73-B019-27CE7CA485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555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A296E-59F1-41FA-BA2F-2828D384B71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389BB-B467-4B73-B019-27CE7CA485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779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A296E-59F1-41FA-BA2F-2828D384B71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389BB-B467-4B73-B019-27CE7CA485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362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A296E-59F1-41FA-BA2F-2828D384B71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389BB-B467-4B73-B019-27CE7CA485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028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A296E-59F1-41FA-BA2F-2828D384B71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389BB-B467-4B73-B019-27CE7CA485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179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A296E-59F1-41FA-BA2F-2828D384B71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389BB-B467-4B73-B019-27CE7CA485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314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A296E-59F1-41FA-BA2F-2828D384B71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389BB-B467-4B73-B019-27CE7CA485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1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A296E-59F1-41FA-BA2F-2828D384B71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389BB-B467-4B73-B019-27CE7CA485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919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A296E-59F1-41FA-BA2F-2828D384B71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389BB-B467-4B73-B019-27CE7CA485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079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A296E-59F1-41FA-BA2F-2828D384B71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389BB-B467-4B73-B019-27CE7CA485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250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A296E-59F1-41FA-BA2F-2828D384B71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389BB-B467-4B73-B019-27CE7CA48560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71020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A296E-59F1-41FA-BA2F-2828D384B71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389BB-B467-4B73-B019-27CE7CA485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2012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A296E-59F1-41FA-BA2F-2828D384B71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389BB-B467-4B73-B019-27CE7CA485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1768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A296E-59F1-41FA-BA2F-2828D384B71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389BB-B467-4B73-B019-27CE7CA485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508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A296E-59F1-41FA-BA2F-2828D384B71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389BB-B467-4B73-B019-27CE7CA485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3992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A296E-59F1-41FA-BA2F-2828D384B71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389BB-B467-4B73-B019-27CE7CA485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1135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A296E-59F1-41FA-BA2F-2828D384B71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389BB-B467-4B73-B019-27CE7CA485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1706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A296E-59F1-41FA-BA2F-2828D384B71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389BB-B467-4B73-B019-27CE7CA485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43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A296E-59F1-41FA-BA2F-2828D384B71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389BB-B467-4B73-B019-27CE7CA485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565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A9A296E-59F1-41FA-BA2F-2828D384B71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AA389BB-B467-4B73-B019-27CE7CA485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063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  <p:sldLayoutId id="2147483913" r:id="rId8"/>
    <p:sldLayoutId id="2147483914" r:id="rId9"/>
    <p:sldLayoutId id="2147483915" r:id="rId10"/>
    <p:sldLayoutId id="2147483916" r:id="rId11"/>
    <p:sldLayoutId id="2147483917" r:id="rId12"/>
    <p:sldLayoutId id="2147483918" r:id="rId13"/>
    <p:sldLayoutId id="2147483919" r:id="rId14"/>
    <p:sldLayoutId id="2147483920" r:id="rId15"/>
    <p:sldLayoutId id="2147483921" r:id="rId16"/>
    <p:sldLayoutId id="2147483922" r:id="rId17"/>
    <p:sldLayoutId id="2147483923" r:id="rId18"/>
    <p:sldLayoutId id="2147483924" r:id="rId19"/>
    <p:sldLayoutId id="2147483925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44B7AE-D40F-C859-016D-ABEDB5125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2515" y="99734"/>
            <a:ext cx="3401064" cy="1196406"/>
          </a:xfrm>
        </p:spPr>
        <p:txBody>
          <a:bodyPr>
            <a:noAutofit/>
          </a:bodyPr>
          <a:lstStyle/>
          <a:p>
            <a:br>
              <a:rPr lang="en-US" sz="3600" b="1" dirty="0"/>
            </a:br>
            <a:r>
              <a:rPr lang="en-US" sz="3600" b="1" dirty="0"/>
              <a:t>   </a:t>
            </a: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  <a:br>
              <a:rPr lang="en-US" sz="3600" b="1" dirty="0"/>
            </a:br>
            <a:endParaRPr lang="en-IN" sz="3600" b="1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7FCCA15-7849-0A7A-FAD9-F2F829F92BE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510131" y="99734"/>
            <a:ext cx="3401063" cy="5201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scientific calculator designed to perform both basic and advanced mathematical operations.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with Python’s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Tkinter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library for GUI applications.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a user‑friendly interface with buttons and a display screen.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2DF3C47-9743-9E57-1C8D-9891A10502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5391" y="1162387"/>
            <a:ext cx="3820058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312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9C689-EE78-FA73-1AD2-ED477818B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699" y="-76945"/>
            <a:ext cx="9404723" cy="807868"/>
          </a:xfrm>
        </p:spPr>
        <p:txBody>
          <a:bodyPr/>
          <a:lstStyle/>
          <a:p>
            <a:pPr algn="ctr"/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</a:t>
            </a:r>
            <a:endParaRPr lang="en-IN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2B5AC7E7-5B42-5CB6-3DF4-47FD8960CA6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416990" y="1742621"/>
            <a:ext cx="3039599" cy="2646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operations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➕ Addition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➖ Subtraction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✖️ Multiplication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➗ Division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Equal (=)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🔄 Clear 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2F7B1FB8-19D9-70E3-5390-63499A5DB034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643430" y="-480068"/>
            <a:ext cx="4183966" cy="59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800" cap="non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CIENTIFIC OPERATIONS</a:t>
            </a:r>
            <a:endParaRPr lang="en-US" altLang="en-US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√ Square Root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x² Square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x³ Cube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 Logarithm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sin, cos, tan Trigonometric functions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 Pi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 Exponential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^ Power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∛ Cube Root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1/x Reciprocal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 Percentage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 ) Parentheses</a:t>
            </a:r>
          </a:p>
        </p:txBody>
      </p:sp>
    </p:spTree>
    <p:extLst>
      <p:ext uri="{BB962C8B-B14F-4D97-AF65-F5344CB8AC3E}">
        <p14:creationId xmlns:p14="http://schemas.microsoft.com/office/powerpoint/2010/main" val="3916305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8CD73-2E01-A478-7A72-368B789D4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702" y="272845"/>
            <a:ext cx="4126860" cy="2023252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GUI Layout</a:t>
            </a:r>
            <a:b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4AB9A5A-D32B-526F-FB74-BC9A5538679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934463" y="1106394"/>
            <a:ext cx="3025402" cy="317781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AED57-8731-894F-6EDD-5D90B29DB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4723" y="1231755"/>
            <a:ext cx="4682851" cy="4268191"/>
          </a:xfrm>
        </p:spPr>
        <p:txBody>
          <a:bodyPr>
            <a:noAutofit/>
          </a:bodyPr>
          <a:lstStyle/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sz="20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Entry box at top for input/output.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sz="20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Buttons arranged in a grid layout for easy access.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sz="2000" cap="non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Clear separation of: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cap="non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Numbers (0–9)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cap="non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Arithmetic operators (+, -, *, /)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cap="non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Scientific functions (sin, cos, log, etc.)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cap="non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Memory functions (</a:t>
            </a:r>
            <a:r>
              <a:rPr lang="en-US" sz="2000" cap="none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m+,m</a:t>
            </a:r>
            <a:r>
              <a:rPr lang="en-US" sz="2000" cap="non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2000" cap="none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mr</a:t>
            </a:r>
            <a:r>
              <a:rPr lang="en-US" sz="2000" cap="non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mc)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95916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5AB6A-8A2A-A26C-15AC-6B0E0DA08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961" y="0"/>
            <a:ext cx="8825659" cy="979025"/>
          </a:xfrm>
        </p:spPr>
        <p:txBody>
          <a:bodyPr/>
          <a:lstStyle/>
          <a:p>
            <a:pPr algn="ctr"/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Memory Functions</a:t>
            </a:r>
            <a:endParaRPr lang="en-IN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CF8613-7768-546B-4ECF-F76E9E86AA6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585861" y="979025"/>
            <a:ext cx="672562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M+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 Add current value to memory.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M-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 Subtract current value from memory.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Recall stored memory value.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 Clear memory.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Useful for repeated calculations without re‑entering values.</a:t>
            </a:r>
          </a:p>
        </p:txBody>
      </p:sp>
    </p:spTree>
    <p:extLst>
      <p:ext uri="{BB962C8B-B14F-4D97-AF65-F5344CB8AC3E}">
        <p14:creationId xmlns:p14="http://schemas.microsoft.com/office/powerpoint/2010/main" val="2799632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97AA76-E9BB-2715-EDFF-2246EA96A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A18CC-BB41-9334-1748-9A7914106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1037" y="0"/>
            <a:ext cx="4126860" cy="880252"/>
          </a:xfrm>
        </p:spPr>
        <p:txBody>
          <a:bodyPr/>
          <a:lstStyle/>
          <a:p>
            <a:pPr algn="ctr"/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 Functions</a:t>
            </a:r>
            <a:endParaRPr lang="en-IN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741243B1-F6AE-4D8C-EA00-6E68669C541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850774" y="1214908"/>
            <a:ext cx="5696745" cy="2553056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42711FF-3F51-95DF-DE40-D22BA295D30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398815" y="1468873"/>
            <a:ext cx="5584444" cy="229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Explanation: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eval() → evaluates expression.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round() → rounds result to 4 decimals.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try/except → prevents crash, shows “Error”.</a:t>
            </a:r>
          </a:p>
        </p:txBody>
      </p:sp>
    </p:spTree>
    <p:extLst>
      <p:ext uri="{BB962C8B-B14F-4D97-AF65-F5344CB8AC3E}">
        <p14:creationId xmlns:p14="http://schemas.microsoft.com/office/powerpoint/2010/main" val="2908042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2272BF3-481E-549D-589C-48E0FA221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92" y="-81116"/>
            <a:ext cx="10396882" cy="115196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 Handling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2B17A81-C85B-65D8-3B7A-B80023755CF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607871" y="1161699"/>
            <a:ext cx="5291423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Negative square root → shows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Error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Division by zero → shows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Error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Invalid inputs → handled with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 Unicode MS"/>
              </a:rPr>
              <a:t>try/except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.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Example: √−9 → Error.</a:t>
            </a:r>
          </a:p>
        </p:txBody>
      </p:sp>
    </p:spTree>
    <p:extLst>
      <p:ext uri="{BB962C8B-B14F-4D97-AF65-F5344CB8AC3E}">
        <p14:creationId xmlns:p14="http://schemas.microsoft.com/office/powerpoint/2010/main" val="3553884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051AA2-868A-33EE-8B92-70DA7DAB1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B516C-8E93-F251-FD7D-59F210ECF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49942"/>
            <a:ext cx="8825659" cy="791091"/>
          </a:xfrm>
        </p:spPr>
        <p:txBody>
          <a:bodyPr/>
          <a:lstStyle/>
          <a:p>
            <a:pPr algn="ctr"/>
            <a:r>
              <a:rPr lang="en-US" sz="36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Of Lambda In Calculator</a:t>
            </a:r>
            <a:endParaRPr lang="en-IN" sz="3600" b="1" cap="non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A3425F13-D125-93C6-098C-3A7A843A54E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463397" y="941033"/>
            <a:ext cx="11024116" cy="5575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Tkinter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each button needs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command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(function to run when clicked).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lambda creates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 anonymous function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pass values dynamically.</a:t>
            </a:r>
            <a:endParaRPr lang="en-US" altLang="en-US" sz="2000" cap="non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20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Without lambda, all buttons would call the same function without knowing which button was pressed.</a:t>
            </a:r>
          </a:p>
          <a:p>
            <a:r>
              <a:rPr lang="en-US" sz="20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sz="2400" b="1" cap="none" dirty="0">
                <a:solidFill>
                  <a:srgbClr val="1616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Syntax:- lambda arguments: expression</a:t>
            </a:r>
          </a:p>
          <a:p>
            <a:r>
              <a:rPr lang="en-US" sz="20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sz="22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 </a:t>
            </a:r>
            <a:r>
              <a:rPr lang="en-US" sz="2200" cap="none" dirty="0"/>
              <a:t>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Lambda → defines a small anonymous function (no name).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Arguments → input values (like x, y).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Expression → single operation or return value.</a:t>
            </a:r>
          </a:p>
          <a:p>
            <a:r>
              <a:rPr lang="en-US" sz="20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Benefit: makes each button independent, reusable, and linked to its own 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588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333F7-0916-14C7-305D-594BBE3A4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993" y="-152400"/>
            <a:ext cx="8825659" cy="1981200"/>
          </a:xfrm>
        </p:spPr>
        <p:txBody>
          <a:bodyPr/>
          <a:lstStyle/>
          <a:p>
            <a:pPr algn="ctr"/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  <a:b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E98AE-6A8B-98D8-0CC8-54F8473C1C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3341" y="1140542"/>
            <a:ext cx="8825659" cy="2362200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GUI built with </a:t>
            </a:r>
            <a:r>
              <a:rPr lang="en-US" sz="2000" cap="non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tkinter</a:t>
            </a:r>
            <a:r>
              <a:rPr lang="en-US" sz="20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Handles both basic and scientific operations.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 handling makes it robust.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be extended with more features.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858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AC52D7-0F68-B252-66F9-C2D6AFBBF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B959F-A9C5-1FE7-8B08-4223FCBA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5122" y="167150"/>
            <a:ext cx="8825659" cy="766916"/>
          </a:xfrm>
        </p:spPr>
        <p:txBody>
          <a:bodyPr/>
          <a:lstStyle/>
          <a:p>
            <a:pPr algn="ctr"/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you!!!</a:t>
            </a:r>
            <a:endParaRPr lang="en-IN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1CA8583-6ABF-27DF-3883-0AA0E3364FDA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633771" y="1400950"/>
            <a:ext cx="546222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by: Reena Kumari Prasad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 used: Python,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Tkinter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Inspiration: Standard scientific calculators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000" b="1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Thank You for your attention!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933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4508</TotalTime>
  <Words>410</Words>
  <Application>Microsoft Office PowerPoint</Application>
  <PresentationFormat>Widescreen</PresentationFormat>
  <Paragraphs>89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Arial Unicode MS</vt:lpstr>
      <vt:lpstr>Calibri</vt:lpstr>
      <vt:lpstr>Courier New</vt:lpstr>
      <vt:lpstr>Impact</vt:lpstr>
      <vt:lpstr>Wingdings</vt:lpstr>
      <vt:lpstr>Main Event</vt:lpstr>
      <vt:lpstr>    Introduction </vt:lpstr>
      <vt:lpstr>Features</vt:lpstr>
      <vt:lpstr>GUI Layout    </vt:lpstr>
      <vt:lpstr>Memory Functions</vt:lpstr>
      <vt:lpstr>Click Functions</vt:lpstr>
      <vt:lpstr>Error Handling</vt:lpstr>
      <vt:lpstr>Use Of Lambda In Calculator</vt:lpstr>
      <vt:lpstr>Conclusion </vt:lpstr>
      <vt:lpstr>Thank you!!!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kamal.shiv1305@outlook.com</dc:creator>
  <cp:lastModifiedBy>kamal.shiv1305@outlook.com</cp:lastModifiedBy>
  <cp:revision>18</cp:revision>
  <dcterms:created xsi:type="dcterms:W3CDTF">2026-02-16T06:04:41Z</dcterms:created>
  <dcterms:modified xsi:type="dcterms:W3CDTF">2026-02-19T13:14:44Z</dcterms:modified>
</cp:coreProperties>
</file>